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handoutMasterIdLst>
    <p:handoutMasterId r:id="rId7"/>
  </p:handoutMasterIdLst>
  <p:sldIdLst>
    <p:sldId id="259" r:id="rId5"/>
  </p:sldIdLst>
  <p:sldSz cx="30275213" cy="42803763"/>
  <p:notesSz cx="6858000" cy="9144000"/>
  <p:defaultTextStyle>
    <a:defPPr>
      <a:defRPr lang="en-US"/>
    </a:defPPr>
    <a:lvl1pPr marL="0" algn="l" defTabSz="457016" rtl="0" eaLnBrk="1" latinLnBrk="0" hangingPunct="1">
      <a:defRPr sz="1798" kern="1200">
        <a:solidFill>
          <a:schemeClr val="tx1"/>
        </a:solidFill>
        <a:latin typeface="+mn-lt"/>
        <a:ea typeface="+mn-ea"/>
        <a:cs typeface="+mn-cs"/>
      </a:defRPr>
    </a:lvl1pPr>
    <a:lvl2pPr marL="457016" algn="l" defTabSz="457016" rtl="0" eaLnBrk="1" latinLnBrk="0" hangingPunct="1">
      <a:defRPr sz="1798" kern="1200">
        <a:solidFill>
          <a:schemeClr val="tx1"/>
        </a:solidFill>
        <a:latin typeface="+mn-lt"/>
        <a:ea typeface="+mn-ea"/>
        <a:cs typeface="+mn-cs"/>
      </a:defRPr>
    </a:lvl2pPr>
    <a:lvl3pPr marL="914032" algn="l" defTabSz="457016" rtl="0" eaLnBrk="1" latinLnBrk="0" hangingPunct="1">
      <a:defRPr sz="1798" kern="1200">
        <a:solidFill>
          <a:schemeClr val="tx1"/>
        </a:solidFill>
        <a:latin typeface="+mn-lt"/>
        <a:ea typeface="+mn-ea"/>
        <a:cs typeface="+mn-cs"/>
      </a:defRPr>
    </a:lvl3pPr>
    <a:lvl4pPr marL="1371054" algn="l" defTabSz="457016" rtl="0" eaLnBrk="1" latinLnBrk="0" hangingPunct="1">
      <a:defRPr sz="1798" kern="1200">
        <a:solidFill>
          <a:schemeClr val="tx1"/>
        </a:solidFill>
        <a:latin typeface="+mn-lt"/>
        <a:ea typeface="+mn-ea"/>
        <a:cs typeface="+mn-cs"/>
      </a:defRPr>
    </a:lvl4pPr>
    <a:lvl5pPr marL="1828070" algn="l" defTabSz="457016" rtl="0" eaLnBrk="1" latinLnBrk="0" hangingPunct="1">
      <a:defRPr sz="1798" kern="1200">
        <a:solidFill>
          <a:schemeClr val="tx1"/>
        </a:solidFill>
        <a:latin typeface="+mn-lt"/>
        <a:ea typeface="+mn-ea"/>
        <a:cs typeface="+mn-cs"/>
      </a:defRPr>
    </a:lvl5pPr>
    <a:lvl6pPr marL="2285086" algn="l" defTabSz="457016" rtl="0" eaLnBrk="1" latinLnBrk="0" hangingPunct="1">
      <a:defRPr sz="1798" kern="1200">
        <a:solidFill>
          <a:schemeClr val="tx1"/>
        </a:solidFill>
        <a:latin typeface="+mn-lt"/>
        <a:ea typeface="+mn-ea"/>
        <a:cs typeface="+mn-cs"/>
      </a:defRPr>
    </a:lvl6pPr>
    <a:lvl7pPr marL="2742102" algn="l" defTabSz="457016" rtl="0" eaLnBrk="1" latinLnBrk="0" hangingPunct="1">
      <a:defRPr sz="1798" kern="1200">
        <a:solidFill>
          <a:schemeClr val="tx1"/>
        </a:solidFill>
        <a:latin typeface="+mn-lt"/>
        <a:ea typeface="+mn-ea"/>
        <a:cs typeface="+mn-cs"/>
      </a:defRPr>
    </a:lvl7pPr>
    <a:lvl8pPr marL="3199118" algn="l" defTabSz="457016" rtl="0" eaLnBrk="1" latinLnBrk="0" hangingPunct="1">
      <a:defRPr sz="1798" kern="1200">
        <a:solidFill>
          <a:schemeClr val="tx1"/>
        </a:solidFill>
        <a:latin typeface="+mn-lt"/>
        <a:ea typeface="+mn-ea"/>
        <a:cs typeface="+mn-cs"/>
      </a:defRPr>
    </a:lvl8pPr>
    <a:lvl9pPr marL="3656139" algn="l" defTabSz="457016" rtl="0" eaLnBrk="1" latinLnBrk="0" hangingPunct="1">
      <a:defRPr sz="179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9898"/>
    <a:srgbClr val="096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4660"/>
  </p:normalViewPr>
  <p:slideViewPr>
    <p:cSldViewPr snapToGrid="0">
      <p:cViewPr>
        <p:scale>
          <a:sx n="15" d="100"/>
          <a:sy n="15" d="100"/>
        </p:scale>
        <p:origin x="2453" y="10"/>
      </p:cViewPr>
      <p:guideLst>
        <p:guide orient="horz" pos="13482"/>
        <p:guide pos="9536"/>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6860D6F-7C7F-4A87-95B5-310BB48E55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30E34C3C-BB88-4490-8CE5-BEA38FC8F4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747906-58F8-41D5-91B4-3B180173CB0D}" type="datetimeFigureOut">
              <a:rPr lang="de-DE" smtClean="0"/>
              <a:t>05.03.2026</a:t>
            </a:fld>
            <a:endParaRPr lang="de-DE"/>
          </a:p>
        </p:txBody>
      </p:sp>
      <p:sp>
        <p:nvSpPr>
          <p:cNvPr id="4" name="Fußzeilenplatzhalter 3">
            <a:extLst>
              <a:ext uri="{FF2B5EF4-FFF2-40B4-BE49-F238E27FC236}">
                <a16:creationId xmlns:a16="http://schemas.microsoft.com/office/drawing/2014/main" id="{57C80E89-9A27-4820-B8EA-011B64690D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6C970821-FD7C-4F4B-9E75-E8AD3ADF17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754FB7-C9EE-4F62-858D-52A86BC716B3}" type="slidenum">
              <a:rPr lang="de-DE" smtClean="0"/>
              <a:t>‹Nr.›</a:t>
            </a:fld>
            <a:endParaRPr lang="de-DE"/>
          </a:p>
        </p:txBody>
      </p:sp>
    </p:spTree>
    <p:extLst>
      <p:ext uri="{BB962C8B-B14F-4D97-AF65-F5344CB8AC3E}">
        <p14:creationId xmlns:p14="http://schemas.microsoft.com/office/powerpoint/2010/main" val="37002609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5E3C-60A8-4CC3-BBE9-1D0B1ECC86AD}" type="datetimeFigureOut">
              <a:rPr lang="de-DE" smtClean="0"/>
              <a:t>05.03.2026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F7D231-F223-4FAC-A174-623756215BDC}" type="slidenum">
              <a:rPr lang="de-DE" smtClean="0"/>
              <a:t>‹Nr.›</a:t>
            </a:fld>
            <a:endParaRPr lang="de-DE"/>
          </a:p>
        </p:txBody>
      </p:sp>
    </p:spTree>
    <p:extLst>
      <p:ext uri="{BB962C8B-B14F-4D97-AF65-F5344CB8AC3E}">
        <p14:creationId xmlns:p14="http://schemas.microsoft.com/office/powerpoint/2010/main" val="1532954363"/>
      </p:ext>
    </p:extLst>
  </p:cSld>
  <p:clrMap bg1="lt1" tx1="dk1" bg2="lt2" tx2="dk2" accent1="accent1" accent2="accent2" accent3="accent3" accent4="accent4" accent5="accent5" accent6="accent6" hlink="hlink" folHlink="folHlink"/>
  <p:notesStyle>
    <a:lvl1pPr marL="0" algn="l" defTabSz="3506328" rtl="0" eaLnBrk="1" latinLnBrk="0" hangingPunct="1">
      <a:defRPr sz="4603" kern="1200">
        <a:solidFill>
          <a:schemeClr val="tx1"/>
        </a:solidFill>
        <a:latin typeface="+mn-lt"/>
        <a:ea typeface="+mn-ea"/>
        <a:cs typeface="+mn-cs"/>
      </a:defRPr>
    </a:lvl1pPr>
    <a:lvl2pPr marL="1753164" algn="l" defTabSz="3506328" rtl="0" eaLnBrk="1" latinLnBrk="0" hangingPunct="1">
      <a:defRPr sz="4603" kern="1200">
        <a:solidFill>
          <a:schemeClr val="tx1"/>
        </a:solidFill>
        <a:latin typeface="+mn-lt"/>
        <a:ea typeface="+mn-ea"/>
        <a:cs typeface="+mn-cs"/>
      </a:defRPr>
    </a:lvl2pPr>
    <a:lvl3pPr marL="3506328" algn="l" defTabSz="3506328" rtl="0" eaLnBrk="1" latinLnBrk="0" hangingPunct="1">
      <a:defRPr sz="4603" kern="1200">
        <a:solidFill>
          <a:schemeClr val="tx1"/>
        </a:solidFill>
        <a:latin typeface="+mn-lt"/>
        <a:ea typeface="+mn-ea"/>
        <a:cs typeface="+mn-cs"/>
      </a:defRPr>
    </a:lvl3pPr>
    <a:lvl4pPr marL="5259492" algn="l" defTabSz="3506328" rtl="0" eaLnBrk="1" latinLnBrk="0" hangingPunct="1">
      <a:defRPr sz="4603" kern="1200">
        <a:solidFill>
          <a:schemeClr val="tx1"/>
        </a:solidFill>
        <a:latin typeface="+mn-lt"/>
        <a:ea typeface="+mn-ea"/>
        <a:cs typeface="+mn-cs"/>
      </a:defRPr>
    </a:lvl4pPr>
    <a:lvl5pPr marL="7012656" algn="l" defTabSz="3506328" rtl="0" eaLnBrk="1" latinLnBrk="0" hangingPunct="1">
      <a:defRPr sz="4603" kern="1200">
        <a:solidFill>
          <a:schemeClr val="tx1"/>
        </a:solidFill>
        <a:latin typeface="+mn-lt"/>
        <a:ea typeface="+mn-ea"/>
        <a:cs typeface="+mn-cs"/>
      </a:defRPr>
    </a:lvl5pPr>
    <a:lvl6pPr marL="8765820" algn="l" defTabSz="3506328" rtl="0" eaLnBrk="1" latinLnBrk="0" hangingPunct="1">
      <a:defRPr sz="4603" kern="1200">
        <a:solidFill>
          <a:schemeClr val="tx1"/>
        </a:solidFill>
        <a:latin typeface="+mn-lt"/>
        <a:ea typeface="+mn-ea"/>
        <a:cs typeface="+mn-cs"/>
      </a:defRPr>
    </a:lvl6pPr>
    <a:lvl7pPr marL="10518978" algn="l" defTabSz="3506328" rtl="0" eaLnBrk="1" latinLnBrk="0" hangingPunct="1">
      <a:defRPr sz="4603" kern="1200">
        <a:solidFill>
          <a:schemeClr val="tx1"/>
        </a:solidFill>
        <a:latin typeface="+mn-lt"/>
        <a:ea typeface="+mn-ea"/>
        <a:cs typeface="+mn-cs"/>
      </a:defRPr>
    </a:lvl7pPr>
    <a:lvl8pPr marL="12272142" algn="l" defTabSz="3506328" rtl="0" eaLnBrk="1" latinLnBrk="0" hangingPunct="1">
      <a:defRPr sz="4603" kern="1200">
        <a:solidFill>
          <a:schemeClr val="tx1"/>
        </a:solidFill>
        <a:latin typeface="+mn-lt"/>
        <a:ea typeface="+mn-ea"/>
        <a:cs typeface="+mn-cs"/>
      </a:defRPr>
    </a:lvl8pPr>
    <a:lvl9pPr marL="14025306" algn="l" defTabSz="3506328" rtl="0" eaLnBrk="1" latinLnBrk="0" hangingPunct="1">
      <a:defRPr sz="460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grpSp>
        <p:nvGrpSpPr>
          <p:cNvPr id="38" name="Gruppieren 37">
            <a:extLst>
              <a:ext uri="{FF2B5EF4-FFF2-40B4-BE49-F238E27FC236}">
                <a16:creationId xmlns:a16="http://schemas.microsoft.com/office/drawing/2014/main" id="{FE4430B5-36E2-44F2-B0BC-CC169F0651ED}"/>
              </a:ext>
            </a:extLst>
          </p:cNvPr>
          <p:cNvGrpSpPr/>
          <p:nvPr userDrawn="1"/>
        </p:nvGrpSpPr>
        <p:grpSpPr>
          <a:xfrm>
            <a:off x="15137606" y="17947481"/>
            <a:ext cx="14439782" cy="9120189"/>
            <a:chOff x="14897038" y="17947480"/>
            <a:chExt cx="14920913" cy="9120189"/>
          </a:xfrm>
        </p:grpSpPr>
        <p:sp>
          <p:nvSpPr>
            <p:cNvPr id="39" name="Rechteck: diagonal liegende Ecken abgerundet 38">
              <a:extLst>
                <a:ext uri="{FF2B5EF4-FFF2-40B4-BE49-F238E27FC236}">
                  <a16:creationId xmlns:a16="http://schemas.microsoft.com/office/drawing/2014/main" id="{47C0ED72-00B0-4405-984B-073FE9D7DDC8}"/>
                </a:ext>
              </a:extLst>
            </p:cNvPr>
            <p:cNvSpPr/>
            <p:nvPr/>
          </p:nvSpPr>
          <p:spPr>
            <a:xfrm>
              <a:off x="15137606" y="18190516"/>
              <a:ext cx="14439778" cy="8633157"/>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sp>
          <p:nvSpPr>
            <p:cNvPr id="40" name="Rechteck: diagonal liegende Ecken abgerundet 39">
              <a:extLst>
                <a:ext uri="{FF2B5EF4-FFF2-40B4-BE49-F238E27FC236}">
                  <a16:creationId xmlns:a16="http://schemas.microsoft.com/office/drawing/2014/main" id="{EEF2D359-5A7A-425E-B80C-7AA30C3DC1AB}"/>
                </a:ext>
              </a:extLst>
            </p:cNvPr>
            <p:cNvSpPr/>
            <p:nvPr/>
          </p:nvSpPr>
          <p:spPr>
            <a:xfrm>
              <a:off x="14897038" y="17947480"/>
              <a:ext cx="14920913" cy="9120189"/>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grpSp>
      <p:grpSp>
        <p:nvGrpSpPr>
          <p:cNvPr id="41" name="Gruppieren 40">
            <a:extLst>
              <a:ext uri="{FF2B5EF4-FFF2-40B4-BE49-F238E27FC236}">
                <a16:creationId xmlns:a16="http://schemas.microsoft.com/office/drawing/2014/main" id="{305D8462-48ED-46CE-9672-F380F45730DF}"/>
              </a:ext>
            </a:extLst>
          </p:cNvPr>
          <p:cNvGrpSpPr/>
          <p:nvPr userDrawn="1"/>
        </p:nvGrpSpPr>
        <p:grpSpPr>
          <a:xfrm>
            <a:off x="697822" y="28703682"/>
            <a:ext cx="14686989" cy="9120189"/>
            <a:chOff x="697824" y="28704643"/>
            <a:chExt cx="14920913" cy="9120189"/>
          </a:xfrm>
        </p:grpSpPr>
        <p:sp>
          <p:nvSpPr>
            <p:cNvPr id="42" name="Rechteck: diagonal liegende Ecken abgerundet 41">
              <a:extLst>
                <a:ext uri="{FF2B5EF4-FFF2-40B4-BE49-F238E27FC236}">
                  <a16:creationId xmlns:a16="http://schemas.microsoft.com/office/drawing/2014/main" id="{C86B5DC6-7899-4AF7-8E36-6C8E5BABBE31}"/>
                </a:ext>
              </a:extLst>
            </p:cNvPr>
            <p:cNvSpPr/>
            <p:nvPr/>
          </p:nvSpPr>
          <p:spPr>
            <a:xfrm>
              <a:off x="938392" y="28947679"/>
              <a:ext cx="14439778" cy="8633157"/>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sp>
          <p:nvSpPr>
            <p:cNvPr id="43" name="Rechteck: diagonal liegende Ecken abgerundet 42">
              <a:extLst>
                <a:ext uri="{FF2B5EF4-FFF2-40B4-BE49-F238E27FC236}">
                  <a16:creationId xmlns:a16="http://schemas.microsoft.com/office/drawing/2014/main" id="{D12327B6-5AFA-439B-AD81-10331EA1B08A}"/>
                </a:ext>
              </a:extLst>
            </p:cNvPr>
            <p:cNvSpPr/>
            <p:nvPr/>
          </p:nvSpPr>
          <p:spPr>
            <a:xfrm>
              <a:off x="697824" y="28704643"/>
              <a:ext cx="14920913" cy="9120189"/>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grpSp>
      <p:sp>
        <p:nvSpPr>
          <p:cNvPr id="47" name="Bildplatzhalter 46">
            <a:extLst>
              <a:ext uri="{FF2B5EF4-FFF2-40B4-BE49-F238E27FC236}">
                <a16:creationId xmlns:a16="http://schemas.microsoft.com/office/drawing/2014/main" id="{41F88678-A717-4F7C-9246-40C3FE5B8D83}"/>
              </a:ext>
            </a:extLst>
          </p:cNvPr>
          <p:cNvSpPr>
            <a:spLocks noGrp="1"/>
          </p:cNvSpPr>
          <p:nvPr>
            <p:ph type="pic" sz="quarter" idx="10"/>
          </p:nvPr>
        </p:nvSpPr>
        <p:spPr>
          <a:xfrm>
            <a:off x="934515" y="17945896"/>
            <a:ext cx="13114338" cy="9121774"/>
          </a:xfrm>
          <a:prstGeom prst="rect">
            <a:avLst/>
          </a:prstGeom>
        </p:spPr>
        <p:txBody>
          <a:bodyPr/>
          <a:lstStyle>
            <a:lvl1pPr>
              <a:defRPr>
                <a:latin typeface="Arial" panose="020B0604020202020204" pitchFamily="34" charset="0"/>
                <a:cs typeface="Arial" panose="020B0604020202020204" pitchFamily="34" charset="0"/>
              </a:defRPr>
            </a:lvl1pPr>
          </a:lstStyle>
          <a:p>
            <a:endParaRPr lang="de-DE"/>
          </a:p>
        </p:txBody>
      </p:sp>
      <p:sp>
        <p:nvSpPr>
          <p:cNvPr id="50" name="Bildplatzhalter 46">
            <a:extLst>
              <a:ext uri="{FF2B5EF4-FFF2-40B4-BE49-F238E27FC236}">
                <a16:creationId xmlns:a16="http://schemas.microsoft.com/office/drawing/2014/main" id="{C6A43DC5-3A6C-40F7-A068-4F1BDB0BFEA1}"/>
              </a:ext>
            </a:extLst>
          </p:cNvPr>
          <p:cNvSpPr>
            <a:spLocks noGrp="1"/>
          </p:cNvSpPr>
          <p:nvPr>
            <p:ph type="pic" sz="quarter" idx="11"/>
          </p:nvPr>
        </p:nvSpPr>
        <p:spPr>
          <a:xfrm>
            <a:off x="16226255" y="28703685"/>
            <a:ext cx="13114338" cy="9121774"/>
          </a:xfrm>
          <a:prstGeom prst="rect">
            <a:avLst/>
          </a:prstGeom>
        </p:spPr>
        <p:txBody>
          <a:bodyPr/>
          <a:lstStyle>
            <a:lvl1pPr>
              <a:defRPr>
                <a:latin typeface="Arial" panose="020B0604020202020204" pitchFamily="34" charset="0"/>
                <a:cs typeface="Arial" panose="020B0604020202020204" pitchFamily="34" charset="0"/>
              </a:defRPr>
            </a:lvl1pPr>
          </a:lstStyle>
          <a:p>
            <a:endParaRPr lang="de-DE"/>
          </a:p>
        </p:txBody>
      </p:sp>
      <p:sp>
        <p:nvSpPr>
          <p:cNvPr id="52" name="Inhaltsplatzhalter 51">
            <a:extLst>
              <a:ext uri="{FF2B5EF4-FFF2-40B4-BE49-F238E27FC236}">
                <a16:creationId xmlns:a16="http://schemas.microsoft.com/office/drawing/2014/main" id="{21F25EF4-3D47-4035-89A4-1059F42D6684}"/>
              </a:ext>
            </a:extLst>
          </p:cNvPr>
          <p:cNvSpPr>
            <a:spLocks noGrp="1"/>
          </p:cNvSpPr>
          <p:nvPr>
            <p:ph sz="quarter" idx="12" hasCustomPrompt="1"/>
          </p:nvPr>
        </p:nvSpPr>
        <p:spPr>
          <a:xfrm>
            <a:off x="935038" y="10296941"/>
            <a:ext cx="28641676" cy="6588362"/>
          </a:xfrm>
          <a:prstGeom prst="rect">
            <a:avLst/>
          </a:prstGeom>
        </p:spPr>
        <p:txBody>
          <a:bodyPr/>
          <a:lstStyle>
            <a:lvl1pPr marL="0" marR="0" indent="0" algn="just" defTabSz="3027353" rtl="0" eaLnBrk="1" fontAlgn="auto" latinLnBrk="0" hangingPunct="1">
              <a:lnSpc>
                <a:spcPct val="90000"/>
              </a:lnSpc>
              <a:spcBef>
                <a:spcPts val="3311"/>
              </a:spcBef>
              <a:spcAft>
                <a:spcPts val="0"/>
              </a:spcAft>
              <a:buClrTx/>
              <a:buSzTx/>
              <a:buFont typeface="Arial" panose="020B0604020202020204" pitchFamily="34" charset="0"/>
              <a:buNone/>
              <a:tabLst/>
              <a:defRPr lang="de-DE" sz="5999" b="1" kern="1200" dirty="0" smtClean="0">
                <a:solidFill>
                  <a:schemeClr val="tx1"/>
                </a:solidFill>
                <a:latin typeface="Arial" panose="020B0604020202020204" pitchFamily="34" charset="0"/>
                <a:ea typeface="Lato" panose="020F0502020204030203" pitchFamily="34" charset="0"/>
                <a:cs typeface="Arial" panose="020B0604020202020204" pitchFamily="34" charset="0"/>
              </a:defRPr>
            </a:lvl1pPr>
            <a:lvl2pPr marL="1513676" indent="0">
              <a:buNone/>
              <a:defRPr/>
            </a:lvl2pPr>
            <a:lvl3pPr marL="3027353" indent="0">
              <a:buNone/>
              <a:defRPr/>
            </a:lvl3pPr>
            <a:lvl4pPr marL="4541028" indent="0">
              <a:buNone/>
              <a:defRPr/>
            </a:lvl4pPr>
            <a:lvl5pPr marL="6054706" indent="0">
              <a:buNone/>
              <a:defRPr/>
            </a:lvl5pPr>
          </a:lstStyle>
          <a:p>
            <a:pPr algn="ctr" eaLnBrk="1" hangingPunct="1"/>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endParaRPr lang="de-AT" altLang="de-DE" sz="5999" b="1" dirty="0">
              <a:latin typeface="Lato" panose="020F0502020204030203" pitchFamily="34" charset="0"/>
              <a:ea typeface="Lato" panose="020F0502020204030203" pitchFamily="34" charset="0"/>
              <a:cs typeface="Lato" panose="020F0502020204030203" pitchFamily="34" charset="0"/>
            </a:endParaRPr>
          </a:p>
          <a:p>
            <a:pPr algn="ctr" eaLnBrk="1" hangingPunct="1"/>
            <a:endParaRPr lang="de-AT" altLang="de-DE" sz="5999" b="1" dirty="0">
              <a:latin typeface="Lato" panose="020F0502020204030203" pitchFamily="34" charset="0"/>
              <a:ea typeface="Lato" panose="020F0502020204030203" pitchFamily="34" charset="0"/>
              <a:cs typeface="Lato" panose="020F0502020204030203" pitchFamily="34" charset="0"/>
            </a:endParaRPr>
          </a:p>
          <a:p>
            <a:pPr lvl="0"/>
            <a:endParaRPr lang="de-DE" dirty="0"/>
          </a:p>
        </p:txBody>
      </p:sp>
      <p:sp>
        <p:nvSpPr>
          <p:cNvPr id="57" name="Textplatzhalter 55">
            <a:extLst>
              <a:ext uri="{FF2B5EF4-FFF2-40B4-BE49-F238E27FC236}">
                <a16:creationId xmlns:a16="http://schemas.microsoft.com/office/drawing/2014/main" id="{C72D7631-B425-426A-903C-C4D5E7B1F396}"/>
              </a:ext>
            </a:extLst>
          </p:cNvPr>
          <p:cNvSpPr>
            <a:spLocks noGrp="1"/>
          </p:cNvSpPr>
          <p:nvPr>
            <p:ph type="body" sz="quarter" idx="14" hasCustomPrompt="1"/>
          </p:nvPr>
        </p:nvSpPr>
        <p:spPr>
          <a:xfrm>
            <a:off x="2082851" y="29290557"/>
            <a:ext cx="11916944" cy="7945485"/>
          </a:xfrm>
          <a:prstGeom prst="rect">
            <a:avLst/>
          </a:prstGeom>
        </p:spPr>
        <p:txBody>
          <a:bodyPr anchor="ctr" anchorCtr="0"/>
          <a:lstStyle>
            <a:lvl1pPr marL="0" indent="0" algn="just">
              <a:buNone/>
              <a:defRPr sz="4400" b="1">
                <a:latin typeface="Arial" panose="020B0604020202020204" pitchFamily="34" charset="0"/>
                <a:cs typeface="Arial" panose="020B0604020202020204" pitchFamily="34" charset="0"/>
              </a:defRPr>
            </a:lvl1pPr>
          </a:lstStyle>
          <a:p>
            <a:pPr lvl="0"/>
            <a:r>
              <a:rPr lang="de-DE" dirty="0"/>
              <a:t>Ergebnisse des praktischen Teils</a:t>
            </a:r>
          </a:p>
          <a:p>
            <a:pPr lvl="0"/>
            <a:endParaRPr lang="de-DE" dirty="0"/>
          </a:p>
        </p:txBody>
      </p:sp>
      <p:sp>
        <p:nvSpPr>
          <p:cNvPr id="59" name="Inhaltsplatzhalter 58">
            <a:extLst>
              <a:ext uri="{FF2B5EF4-FFF2-40B4-BE49-F238E27FC236}">
                <a16:creationId xmlns:a16="http://schemas.microsoft.com/office/drawing/2014/main" id="{9A5A942F-9876-4CD0-8ED7-0E52ACC04B70}"/>
              </a:ext>
            </a:extLst>
          </p:cNvPr>
          <p:cNvSpPr>
            <a:spLocks noGrp="1"/>
          </p:cNvSpPr>
          <p:nvPr>
            <p:ph sz="quarter" idx="15" hasCustomPrompt="1"/>
          </p:nvPr>
        </p:nvSpPr>
        <p:spPr>
          <a:xfrm>
            <a:off x="13360404" y="8811949"/>
            <a:ext cx="16216313" cy="949529"/>
          </a:xfrm>
          <a:prstGeom prst="rect">
            <a:avLst/>
          </a:prstGeom>
        </p:spPr>
        <p:txBody>
          <a:bodyPr/>
          <a:lstStyle>
            <a:lvl1pPr marL="0" indent="0" algn="r">
              <a:buNone/>
              <a:defRPr lang="de-DE" sz="5000" kern="1200" dirty="0" smtClean="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lvl="0"/>
            <a:r>
              <a:rPr lang="de-DE" dirty="0"/>
              <a:t>Vorname Nachname, Vorname Nachname</a:t>
            </a:r>
          </a:p>
        </p:txBody>
      </p:sp>
      <p:sp>
        <p:nvSpPr>
          <p:cNvPr id="60" name="Textplatzhalter 55">
            <a:extLst>
              <a:ext uri="{FF2B5EF4-FFF2-40B4-BE49-F238E27FC236}">
                <a16:creationId xmlns:a16="http://schemas.microsoft.com/office/drawing/2014/main" id="{AF272AA7-19EB-421C-A0D1-F8A5285DCBEF}"/>
              </a:ext>
            </a:extLst>
          </p:cNvPr>
          <p:cNvSpPr>
            <a:spLocks noGrp="1"/>
          </p:cNvSpPr>
          <p:nvPr>
            <p:ph type="body" sz="quarter" idx="16" hasCustomPrompt="1"/>
          </p:nvPr>
        </p:nvSpPr>
        <p:spPr>
          <a:xfrm>
            <a:off x="16278744" y="18521319"/>
            <a:ext cx="11916944" cy="7945485"/>
          </a:xfrm>
          <a:prstGeom prst="rect">
            <a:avLst/>
          </a:prstGeom>
        </p:spPr>
        <p:txBody>
          <a:bodyPr anchor="ctr" anchorCtr="0"/>
          <a:lstStyle>
            <a:lvl1pPr marL="0" indent="0" algn="just">
              <a:buNone/>
              <a:defRPr sz="4400" b="1">
                <a:latin typeface="Arial" panose="020B0604020202020204" pitchFamily="34" charset="0"/>
                <a:cs typeface="Arial" panose="020B0604020202020204" pitchFamily="34" charset="0"/>
              </a:defRPr>
            </a:lvl1pPr>
          </a:lstStyle>
          <a:p>
            <a:pPr lvl="0"/>
            <a:r>
              <a:rPr lang="de-DE" dirty="0"/>
              <a:t>Ergebnisse des theoretischen Teils</a:t>
            </a:r>
          </a:p>
        </p:txBody>
      </p:sp>
      <p:sp>
        <p:nvSpPr>
          <p:cNvPr id="64" name="Inhaltsplatzhalter 58">
            <a:extLst>
              <a:ext uri="{FF2B5EF4-FFF2-40B4-BE49-F238E27FC236}">
                <a16:creationId xmlns:a16="http://schemas.microsoft.com/office/drawing/2014/main" id="{3AE8EB11-64EE-4AF2-BBE3-9141CAD70C35}"/>
              </a:ext>
            </a:extLst>
          </p:cNvPr>
          <p:cNvSpPr>
            <a:spLocks noGrp="1"/>
          </p:cNvSpPr>
          <p:nvPr>
            <p:ph sz="quarter" idx="17" hasCustomPrompt="1"/>
          </p:nvPr>
        </p:nvSpPr>
        <p:spPr>
          <a:xfrm>
            <a:off x="0" y="3759206"/>
            <a:ext cx="30275213" cy="4941686"/>
          </a:xfrm>
          <a:prstGeom prst="rect">
            <a:avLst/>
          </a:prstGeom>
        </p:spPr>
        <p:txBody>
          <a:bodyPr anchor="ctr" anchorCtr="1"/>
          <a:lstStyle>
            <a:lvl1pPr marL="0" marR="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lang="de-DE" sz="14499" b="0" kern="1200" dirty="0" smtClean="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lvl="0"/>
            <a:r>
              <a:rPr lang="de-DE" dirty="0"/>
              <a:t>Titel der Diplomarbeit</a:t>
            </a:r>
          </a:p>
        </p:txBody>
      </p:sp>
    </p:spTree>
    <p:extLst>
      <p:ext uri="{BB962C8B-B14F-4D97-AF65-F5344CB8AC3E}">
        <p14:creationId xmlns:p14="http://schemas.microsoft.com/office/powerpoint/2010/main" val="32561905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fik 6" descr="Ein Bild, das Screenshot, Licht, Kunst enthält.&#10;&#10;KI-generierte Inhalte können fehlerhaft sein.">
            <a:extLst>
              <a:ext uri="{FF2B5EF4-FFF2-40B4-BE49-F238E27FC236}">
                <a16:creationId xmlns:a16="http://schemas.microsoft.com/office/drawing/2014/main" id="{E0F9787C-1A2E-4283-A459-253652566386}"/>
              </a:ext>
            </a:extLst>
          </p:cNvPr>
          <p:cNvPicPr>
            <a:picLocks noChangeAspect="1"/>
          </p:cNvPicPr>
          <p:nvPr userDrawn="1"/>
        </p:nvPicPr>
        <p:blipFill rotWithShape="1">
          <a:blip r:embed="rId3">
            <a:alphaModFix amt="20000"/>
            <a:extLst>
              <a:ext uri="{28A0092B-C50C-407E-A947-70E740481C1C}">
                <a14:useLocalDpi xmlns:a14="http://schemas.microsoft.com/office/drawing/2010/main" val="0"/>
              </a:ext>
            </a:extLst>
          </a:blip>
          <a:srcRect l="12497" t="26975" r="56824" b="48008"/>
          <a:stretch/>
        </p:blipFill>
        <p:spPr>
          <a:xfrm>
            <a:off x="10406" y="32918405"/>
            <a:ext cx="30264807" cy="9885362"/>
          </a:xfrm>
          <a:prstGeom prst="rect">
            <a:avLst/>
          </a:prstGeom>
        </p:spPr>
      </p:pic>
      <p:pic>
        <p:nvPicPr>
          <p:cNvPr id="8" name="Grafik 7">
            <a:extLst>
              <a:ext uri="{FF2B5EF4-FFF2-40B4-BE49-F238E27FC236}">
                <a16:creationId xmlns:a16="http://schemas.microsoft.com/office/drawing/2014/main" id="{18C299C8-84B4-4574-8DA7-AF391AF7B957}"/>
              </a:ext>
            </a:extLst>
          </p:cNvPr>
          <p:cNvPicPr>
            <a:picLocks noChangeAspect="1"/>
          </p:cNvPicPr>
          <p:nvPr userDrawn="1"/>
        </p:nvPicPr>
        <p:blipFill>
          <a:blip r:embed="rId4"/>
          <a:stretch>
            <a:fillRect/>
          </a:stretch>
        </p:blipFill>
        <p:spPr>
          <a:xfrm>
            <a:off x="697831" y="966902"/>
            <a:ext cx="10408322" cy="1471445"/>
          </a:xfrm>
          <a:prstGeom prst="rect">
            <a:avLst/>
          </a:prstGeom>
        </p:spPr>
      </p:pic>
      <p:sp>
        <p:nvSpPr>
          <p:cNvPr id="10" name="Textfeld 9">
            <a:extLst>
              <a:ext uri="{FF2B5EF4-FFF2-40B4-BE49-F238E27FC236}">
                <a16:creationId xmlns:a16="http://schemas.microsoft.com/office/drawing/2014/main" id="{740EFB26-E1CD-485E-9F6F-32A3699158A8}"/>
              </a:ext>
            </a:extLst>
          </p:cNvPr>
          <p:cNvSpPr txBox="1"/>
          <p:nvPr userDrawn="1"/>
        </p:nvSpPr>
        <p:spPr>
          <a:xfrm>
            <a:off x="17601386" y="8660925"/>
            <a:ext cx="11975999" cy="861774"/>
          </a:xfrm>
          <a:prstGeom prst="rect">
            <a:avLst/>
          </a:prstGeom>
          <a:noFill/>
        </p:spPr>
        <p:txBody>
          <a:bodyPr wrap="square" rtlCol="0">
            <a:spAutoFit/>
          </a:bodyPr>
          <a:lstStyle/>
          <a:p>
            <a:r>
              <a:rPr lang="de-AT" sz="5000" dirty="0">
                <a:solidFill>
                  <a:schemeClr val="bg1"/>
                </a:solidFill>
                <a:latin typeface="Lato" panose="020F0502020204030203" pitchFamily="34" charset="0"/>
                <a:ea typeface="Lato" panose="020F0502020204030203" pitchFamily="34" charset="0"/>
                <a:cs typeface="Lato" panose="020F0502020204030203" pitchFamily="34" charset="0"/>
              </a:rPr>
              <a:t>Vorname Nachname, Vorname Nachname</a:t>
            </a:r>
            <a:endParaRPr lang="de-DE" sz="5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6" name="Textfeld 25">
            <a:extLst>
              <a:ext uri="{FF2B5EF4-FFF2-40B4-BE49-F238E27FC236}">
                <a16:creationId xmlns:a16="http://schemas.microsoft.com/office/drawing/2014/main" id="{8871173B-247D-4A78-AE3C-2D3C7D726690}"/>
              </a:ext>
            </a:extLst>
          </p:cNvPr>
          <p:cNvSpPr txBox="1"/>
          <p:nvPr userDrawn="1"/>
        </p:nvSpPr>
        <p:spPr>
          <a:xfrm>
            <a:off x="12563507" y="40601727"/>
            <a:ext cx="6537298" cy="830997"/>
          </a:xfrm>
          <a:prstGeom prst="rect">
            <a:avLst/>
          </a:prstGeom>
          <a:noFill/>
        </p:spPr>
        <p:txBody>
          <a:bodyPr wrap="square" rtlCol="0">
            <a:spAutoFit/>
          </a:bodyPr>
          <a:lstStyle/>
          <a:p>
            <a:r>
              <a:rPr lang="de-DE" sz="4400" b="1" dirty="0">
                <a:latin typeface="Arial" panose="020B0604020202020204" pitchFamily="34" charset="0"/>
                <a:ea typeface="Lato" panose="020F0502020204030203" pitchFamily="34" charset="0"/>
                <a:cs typeface="Arial" panose="020B0604020202020204" pitchFamily="34" charset="0"/>
              </a:rPr>
              <a:t>www.</a:t>
            </a:r>
            <a:r>
              <a:rPr lang="de-DE" sz="4800" b="1" dirty="0">
                <a:latin typeface="Arial" panose="020B0604020202020204" pitchFamily="34" charset="0"/>
                <a:ea typeface="Lato" panose="020F0502020204030203" pitchFamily="34" charset="0"/>
                <a:cs typeface="Arial" panose="020B0604020202020204" pitchFamily="34" charset="0"/>
              </a:rPr>
              <a:t>htl-leoben</a:t>
            </a:r>
            <a:r>
              <a:rPr lang="de-DE" sz="4400" b="1" dirty="0">
                <a:latin typeface="Arial" panose="020B0604020202020204" pitchFamily="34" charset="0"/>
                <a:ea typeface="Lato" panose="020F0502020204030203" pitchFamily="34" charset="0"/>
                <a:cs typeface="Arial" panose="020B0604020202020204" pitchFamily="34" charset="0"/>
              </a:rPr>
              <a:t>.at</a:t>
            </a:r>
          </a:p>
        </p:txBody>
      </p:sp>
      <p:sp>
        <p:nvSpPr>
          <p:cNvPr id="27" name="Rechteck 26">
            <a:extLst>
              <a:ext uri="{FF2B5EF4-FFF2-40B4-BE49-F238E27FC236}">
                <a16:creationId xmlns:a16="http://schemas.microsoft.com/office/drawing/2014/main" id="{8AA4AA32-A2EF-4736-9330-E0056207BF4C}"/>
              </a:ext>
            </a:extLst>
          </p:cNvPr>
          <p:cNvSpPr/>
          <p:nvPr userDrawn="1"/>
        </p:nvSpPr>
        <p:spPr>
          <a:xfrm>
            <a:off x="10406" y="3281907"/>
            <a:ext cx="30264807" cy="6439611"/>
          </a:xfrm>
          <a:prstGeom prst="rect">
            <a:avLst/>
          </a:prstGeom>
          <a:solidFill>
            <a:srgbClr val="0963A8"/>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800"/>
          </a:p>
        </p:txBody>
      </p:sp>
      <p:sp>
        <p:nvSpPr>
          <p:cNvPr id="2" name="Textfeld 1">
            <a:extLst>
              <a:ext uri="{FF2B5EF4-FFF2-40B4-BE49-F238E27FC236}">
                <a16:creationId xmlns:a16="http://schemas.microsoft.com/office/drawing/2014/main" id="{D976BD9D-937B-4A90-A0D5-3B4747F09296}"/>
              </a:ext>
            </a:extLst>
          </p:cNvPr>
          <p:cNvSpPr txBox="1"/>
          <p:nvPr userDrawn="1"/>
        </p:nvSpPr>
        <p:spPr>
          <a:xfrm>
            <a:off x="12563507" y="1028125"/>
            <a:ext cx="9406063" cy="1569660"/>
          </a:xfrm>
          <a:prstGeom prst="rect">
            <a:avLst/>
          </a:prstGeom>
          <a:noFill/>
        </p:spPr>
        <p:txBody>
          <a:bodyPr wrap="square" rtlCol="0">
            <a:spAutoFit/>
          </a:bodyPr>
          <a:lstStyle/>
          <a:p>
            <a:r>
              <a:rPr lang="de-DE" sz="9600" b="1" dirty="0">
                <a:solidFill>
                  <a:srgbClr val="989898"/>
                </a:solidFill>
                <a:latin typeface="Arial" panose="020B0604020202020204" pitchFamily="34" charset="0"/>
                <a:cs typeface="Arial" panose="020B0604020202020204" pitchFamily="34" charset="0"/>
              </a:rPr>
              <a:t>Diplomarbeit</a:t>
            </a:r>
            <a:endParaRPr lang="de-AT" sz="2000" b="1" dirty="0">
              <a:solidFill>
                <a:srgbClr val="98989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4421352"/>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3027353" rtl="0" eaLnBrk="1" latinLnBrk="0" hangingPunct="1">
        <a:lnSpc>
          <a:spcPct val="90000"/>
        </a:lnSpc>
        <a:spcBef>
          <a:spcPct val="0"/>
        </a:spcBef>
        <a:buNone/>
        <a:defRPr sz="14567" kern="1200">
          <a:solidFill>
            <a:schemeClr val="tx1"/>
          </a:solidFill>
          <a:latin typeface="+mj-lt"/>
          <a:ea typeface="+mj-ea"/>
          <a:cs typeface="+mj-cs"/>
        </a:defRPr>
      </a:lvl1pPr>
    </p:titleStyle>
    <p:bodyStyle>
      <a:lvl1pPr marL="756838" indent="-756838" algn="l" defTabSz="3027353"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514" indent="-756838" algn="l" defTabSz="3027353"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191" indent="-756838" algn="l" defTabSz="3027353" rtl="0" eaLnBrk="1" latinLnBrk="0" hangingPunct="1">
        <a:lnSpc>
          <a:spcPct val="90000"/>
        </a:lnSpc>
        <a:spcBef>
          <a:spcPts val="1655"/>
        </a:spcBef>
        <a:buFont typeface="Arial" panose="020B0604020202020204" pitchFamily="34" charset="0"/>
        <a:buChar char="•"/>
        <a:defRPr sz="6621" kern="1200">
          <a:solidFill>
            <a:schemeClr val="tx1"/>
          </a:solidFill>
          <a:latin typeface="+mn-lt"/>
          <a:ea typeface="+mn-ea"/>
          <a:cs typeface="+mn-cs"/>
        </a:defRPr>
      </a:lvl3pPr>
      <a:lvl4pPr marL="5297867"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544"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220"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8897"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2573"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250"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353" rtl="0" eaLnBrk="1" latinLnBrk="0" hangingPunct="1">
        <a:defRPr sz="5960" kern="1200">
          <a:solidFill>
            <a:schemeClr val="tx1"/>
          </a:solidFill>
          <a:latin typeface="+mn-lt"/>
          <a:ea typeface="+mn-ea"/>
          <a:cs typeface="+mn-cs"/>
        </a:defRPr>
      </a:lvl1pPr>
      <a:lvl2pPr marL="1513676" algn="l" defTabSz="3027353" rtl="0" eaLnBrk="1" latinLnBrk="0" hangingPunct="1">
        <a:defRPr sz="5960" kern="1200">
          <a:solidFill>
            <a:schemeClr val="tx1"/>
          </a:solidFill>
          <a:latin typeface="+mn-lt"/>
          <a:ea typeface="+mn-ea"/>
          <a:cs typeface="+mn-cs"/>
        </a:defRPr>
      </a:lvl2pPr>
      <a:lvl3pPr marL="3027353" algn="l" defTabSz="3027353" rtl="0" eaLnBrk="1" latinLnBrk="0" hangingPunct="1">
        <a:defRPr sz="5960" kern="1200">
          <a:solidFill>
            <a:schemeClr val="tx1"/>
          </a:solidFill>
          <a:latin typeface="+mn-lt"/>
          <a:ea typeface="+mn-ea"/>
          <a:cs typeface="+mn-cs"/>
        </a:defRPr>
      </a:lvl3pPr>
      <a:lvl4pPr marL="4541028" algn="l" defTabSz="3027353" rtl="0" eaLnBrk="1" latinLnBrk="0" hangingPunct="1">
        <a:defRPr sz="5960" kern="1200">
          <a:solidFill>
            <a:schemeClr val="tx1"/>
          </a:solidFill>
          <a:latin typeface="+mn-lt"/>
          <a:ea typeface="+mn-ea"/>
          <a:cs typeface="+mn-cs"/>
        </a:defRPr>
      </a:lvl4pPr>
      <a:lvl5pPr marL="6054706" algn="l" defTabSz="3027353" rtl="0" eaLnBrk="1" latinLnBrk="0" hangingPunct="1">
        <a:defRPr sz="5960" kern="1200">
          <a:solidFill>
            <a:schemeClr val="tx1"/>
          </a:solidFill>
          <a:latin typeface="+mn-lt"/>
          <a:ea typeface="+mn-ea"/>
          <a:cs typeface="+mn-cs"/>
        </a:defRPr>
      </a:lvl5pPr>
      <a:lvl6pPr marL="7568382" algn="l" defTabSz="3027353" rtl="0" eaLnBrk="1" latinLnBrk="0" hangingPunct="1">
        <a:defRPr sz="5960" kern="1200">
          <a:solidFill>
            <a:schemeClr val="tx1"/>
          </a:solidFill>
          <a:latin typeface="+mn-lt"/>
          <a:ea typeface="+mn-ea"/>
          <a:cs typeface="+mn-cs"/>
        </a:defRPr>
      </a:lvl6pPr>
      <a:lvl7pPr marL="9082059" algn="l" defTabSz="3027353" rtl="0" eaLnBrk="1" latinLnBrk="0" hangingPunct="1">
        <a:defRPr sz="5960" kern="1200">
          <a:solidFill>
            <a:schemeClr val="tx1"/>
          </a:solidFill>
          <a:latin typeface="+mn-lt"/>
          <a:ea typeface="+mn-ea"/>
          <a:cs typeface="+mn-cs"/>
        </a:defRPr>
      </a:lvl7pPr>
      <a:lvl8pPr marL="10595734" algn="l" defTabSz="3027353" rtl="0" eaLnBrk="1" latinLnBrk="0" hangingPunct="1">
        <a:defRPr sz="5960" kern="1200">
          <a:solidFill>
            <a:schemeClr val="tx1"/>
          </a:solidFill>
          <a:latin typeface="+mn-lt"/>
          <a:ea typeface="+mn-ea"/>
          <a:cs typeface="+mn-cs"/>
        </a:defRPr>
      </a:lvl8pPr>
      <a:lvl9pPr marL="12109411" algn="l" defTabSz="3027353"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ldplatzhalter 3">
            <a:extLst>
              <a:ext uri="{FF2B5EF4-FFF2-40B4-BE49-F238E27FC236}">
                <a16:creationId xmlns:a16="http://schemas.microsoft.com/office/drawing/2014/main" id="{B75693E9-65A8-7736-DFB0-7AD5226CE4B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3862" t="258" r="-20722" b="-19"/>
          <a:stretch>
            <a:fillRect/>
          </a:stretch>
        </p:blipFill>
        <p:spPr>
          <a:xfrm>
            <a:off x="935038" y="18233607"/>
            <a:ext cx="13114338" cy="9121774"/>
          </a:xfrm>
          <a:prstGeom prst="rect">
            <a:avLst/>
          </a:prstGeom>
        </p:spPr>
      </p:pic>
      <p:sp>
        <p:nvSpPr>
          <p:cNvPr id="11" name="Inhaltsplatzhalter 10">
            <a:extLst>
              <a:ext uri="{FF2B5EF4-FFF2-40B4-BE49-F238E27FC236}">
                <a16:creationId xmlns:a16="http://schemas.microsoft.com/office/drawing/2014/main" id="{A4EF6EE1-85F4-4361-A154-ADF2A3E54C86}"/>
              </a:ext>
            </a:extLst>
          </p:cNvPr>
          <p:cNvSpPr>
            <a:spLocks noGrp="1"/>
          </p:cNvSpPr>
          <p:nvPr>
            <p:ph sz="quarter" idx="12"/>
          </p:nvPr>
        </p:nvSpPr>
        <p:spPr/>
        <p:txBody>
          <a:bodyPr/>
          <a:lstStyle/>
          <a:p>
            <a:r>
              <a:rPr lang="de-DE" dirty="0"/>
              <a:t>Ziel ist die Entwicklung einer webbasierten Inventarisierungslösung, die den aktuellen schulischen Prozess deutlich vereinfacht und mit vorhandenen Ressourcen in klar definierten Phasen umsetzbar ist.</a:t>
            </a:r>
            <a:endParaRPr lang="de-AT" dirty="0"/>
          </a:p>
        </p:txBody>
      </p:sp>
      <p:sp>
        <p:nvSpPr>
          <p:cNvPr id="12" name="Textplatzhalter 11">
            <a:extLst>
              <a:ext uri="{FF2B5EF4-FFF2-40B4-BE49-F238E27FC236}">
                <a16:creationId xmlns:a16="http://schemas.microsoft.com/office/drawing/2014/main" id="{17444110-CEBC-4B6D-9CB5-8D8E1B92AC49}"/>
              </a:ext>
            </a:extLst>
          </p:cNvPr>
          <p:cNvSpPr>
            <a:spLocks noGrp="1"/>
          </p:cNvSpPr>
          <p:nvPr>
            <p:ph type="body" sz="quarter" idx="14"/>
          </p:nvPr>
        </p:nvSpPr>
        <p:spPr/>
        <p:txBody>
          <a:bodyPr/>
          <a:lstStyle/>
          <a:p>
            <a:r>
              <a:rPr lang="de-DE" dirty="0"/>
              <a:t>Im praktischen Teil wurde eine Webseite entwickelt, die den Umgang mit Inventarobjekten deutlich erleichtert. Sie bietet eine QR‑Code‑Lösung, mit der sich die Daten des jeweiligen Objekts schnell und übersichtlich abrufen lassen. Die Seite ist sowohl am Desktop als auch auf mobilen Geräten nutzbar. Um eine hohe Wartbarkeit sicherzustellen, wurde ein firmeninternes Framework eingesetzt.</a:t>
            </a:r>
            <a:endParaRPr lang="de-AT" dirty="0"/>
          </a:p>
        </p:txBody>
      </p:sp>
      <p:sp>
        <p:nvSpPr>
          <p:cNvPr id="13" name="Inhaltsplatzhalter 12">
            <a:extLst>
              <a:ext uri="{FF2B5EF4-FFF2-40B4-BE49-F238E27FC236}">
                <a16:creationId xmlns:a16="http://schemas.microsoft.com/office/drawing/2014/main" id="{5F7D7315-AD8D-4AF7-B4FF-03AAF29A2814}"/>
              </a:ext>
            </a:extLst>
          </p:cNvPr>
          <p:cNvSpPr>
            <a:spLocks noGrp="1"/>
          </p:cNvSpPr>
          <p:nvPr>
            <p:ph sz="quarter" idx="15"/>
          </p:nvPr>
        </p:nvSpPr>
        <p:spPr/>
        <p:txBody>
          <a:bodyPr/>
          <a:lstStyle/>
          <a:p>
            <a:r>
              <a:rPr lang="de-AT" dirty="0"/>
              <a:t>Stephan </a:t>
            </a:r>
            <a:r>
              <a:rPr lang="de-AT" dirty="0" err="1"/>
              <a:t>Dietmair</a:t>
            </a:r>
            <a:r>
              <a:rPr lang="de-AT" dirty="0"/>
              <a:t>, Gabriel Herbei, André Karner</a:t>
            </a:r>
          </a:p>
        </p:txBody>
      </p:sp>
      <p:sp>
        <p:nvSpPr>
          <p:cNvPr id="14" name="Textplatzhalter 13">
            <a:extLst>
              <a:ext uri="{FF2B5EF4-FFF2-40B4-BE49-F238E27FC236}">
                <a16:creationId xmlns:a16="http://schemas.microsoft.com/office/drawing/2014/main" id="{8E37BBE8-89EC-4B5A-B02A-ED960032131F}"/>
              </a:ext>
            </a:extLst>
          </p:cNvPr>
          <p:cNvSpPr>
            <a:spLocks noGrp="1"/>
          </p:cNvSpPr>
          <p:nvPr>
            <p:ph type="body" sz="quarter" idx="16"/>
          </p:nvPr>
        </p:nvSpPr>
        <p:spPr/>
        <p:txBody>
          <a:bodyPr/>
          <a:lstStyle/>
          <a:p>
            <a:r>
              <a:rPr lang="de-DE" dirty="0"/>
              <a:t>Im theoretischen Teil wurden bestehende kostenpflichtige sowie kostenlose Alternativen evaluiert. Dabei wurden verschiedene Technologien zur Identifikation und Datenerfassung,  insbesondere QR-Codes, Barcodes und NFC, miteinander verglichen. Zusätzlich wurde eine geeignete Lösung zum Drucken von QR-Codes recherchiert und anschließend auf unterschiedlichen Geräten praktisch getestet, um deren Funktionalität und Kompatibilität zu überprüfen.</a:t>
            </a:r>
            <a:endParaRPr lang="de-AT" dirty="0"/>
          </a:p>
        </p:txBody>
      </p:sp>
      <p:sp>
        <p:nvSpPr>
          <p:cNvPr id="15" name="Inhaltsplatzhalter 14">
            <a:extLst>
              <a:ext uri="{FF2B5EF4-FFF2-40B4-BE49-F238E27FC236}">
                <a16:creationId xmlns:a16="http://schemas.microsoft.com/office/drawing/2014/main" id="{F1F15DDC-A75D-44C4-8E9B-7D57B7E1D708}"/>
              </a:ext>
            </a:extLst>
          </p:cNvPr>
          <p:cNvSpPr>
            <a:spLocks noGrp="1"/>
          </p:cNvSpPr>
          <p:nvPr>
            <p:ph sz="quarter" idx="17"/>
          </p:nvPr>
        </p:nvSpPr>
        <p:spPr/>
        <p:txBody>
          <a:bodyPr/>
          <a:lstStyle/>
          <a:p>
            <a:r>
              <a:rPr lang="de-AT" dirty="0"/>
              <a:t>Entwicklung einer webbasierten Inventarisierung</a:t>
            </a:r>
          </a:p>
        </p:txBody>
      </p:sp>
      <p:sp>
        <p:nvSpPr>
          <p:cNvPr id="9" name="AutoShape 2" descr="Ein Bild, das Screenshot, Text, Software, Multimedia-Software enthält.&#10;&#10;Automatisch generierte Beschreibung">
            <a:extLst>
              <a:ext uri="{FF2B5EF4-FFF2-40B4-BE49-F238E27FC236}">
                <a16:creationId xmlns:a16="http://schemas.microsoft.com/office/drawing/2014/main" id="{BB2023B5-BF21-437B-B445-24D570C443D3}"/>
              </a:ext>
            </a:extLst>
          </p:cNvPr>
          <p:cNvSpPr>
            <a:spLocks noChangeAspect="1" noChangeArrowheads="1"/>
          </p:cNvSpPr>
          <p:nvPr/>
        </p:nvSpPr>
        <p:spPr bwMode="auto">
          <a:xfrm>
            <a:off x="14984413" y="212486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29" name="Bildplatzhalter 28">
            <a:extLst>
              <a:ext uri="{FF2B5EF4-FFF2-40B4-BE49-F238E27FC236}">
                <a16:creationId xmlns:a16="http://schemas.microsoft.com/office/drawing/2014/main" id="{99DF44C1-B223-4C7F-BA51-C892EBB2C717}"/>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1332" b="1332"/>
          <a:stretch>
            <a:fillRect/>
          </a:stretch>
        </p:blipFill>
        <p:spPr/>
      </p:pic>
    </p:spTree>
    <p:extLst>
      <p:ext uri="{BB962C8B-B14F-4D97-AF65-F5344CB8AC3E}">
        <p14:creationId xmlns:p14="http://schemas.microsoft.com/office/powerpoint/2010/main" val="77315942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34CB4D94694C6C4497074175C0CB9EC7" ma:contentTypeVersion="9" ma:contentTypeDescription="Ein neues Dokument erstellen." ma:contentTypeScope="" ma:versionID="1be18d7fe44d7d7697a00d42612414e6">
  <xsd:schema xmlns:xsd="http://www.w3.org/2001/XMLSchema" xmlns:xs="http://www.w3.org/2001/XMLSchema" xmlns:p="http://schemas.microsoft.com/office/2006/metadata/properties" xmlns:ns2="95073dbd-529e-4168-8b89-5095f680e838" targetNamespace="http://schemas.microsoft.com/office/2006/metadata/properties" ma:root="true" ma:fieldsID="2c9ce8ff79c579f540e998bd19ce3e7f" ns2:_="">
    <xsd:import namespace="95073dbd-529e-4168-8b89-5095f680e83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073dbd-529e-4168-8b89-5095f680e8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2E5DC6-0500-44EE-AED5-81508B4384E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3CC1DD1-960A-4156-AAD2-FBE002C9E09E}">
  <ds:schemaRefs>
    <ds:schemaRef ds:uri="http://schemas.microsoft.com/sharepoint/v3/contenttype/forms"/>
  </ds:schemaRefs>
</ds:datastoreItem>
</file>

<file path=customXml/itemProps3.xml><?xml version="1.0" encoding="utf-8"?>
<ds:datastoreItem xmlns:ds="http://schemas.openxmlformats.org/officeDocument/2006/customXml" ds:itemID="{743C4791-3E9C-4C26-BDB7-910F4A4BF4B9}"/>
</file>

<file path=docProps/app.xml><?xml version="1.0" encoding="utf-8"?>
<Properties xmlns="http://schemas.openxmlformats.org/officeDocument/2006/extended-properties" xmlns:vt="http://schemas.openxmlformats.org/officeDocument/2006/docPropsVTypes">
  <Template>Office Theme</Template>
  <TotalTime>0</TotalTime>
  <Words>158</Words>
  <Application>Microsoft Office PowerPoint</Application>
  <PresentationFormat>Benutzerdefiniert</PresentationFormat>
  <Paragraphs>5</Paragraphs>
  <Slides>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Aptos</vt:lpstr>
      <vt:lpstr>Arial</vt:lpstr>
      <vt:lpstr>Calibri</vt:lpstr>
      <vt:lpstr>Lato</vt:lpstr>
      <vt:lpstr>Office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Diplomarbeit Titel der Diplomarbeit</dc:title>
  <dc:creator>alexandra.gmundtner@htl-leoben.at</dc:creator>
  <cp:lastModifiedBy>Gabriel Herbei</cp:lastModifiedBy>
  <cp:revision>40</cp:revision>
  <dcterms:created xsi:type="dcterms:W3CDTF">2025-03-27T07:28:30Z</dcterms:created>
  <dcterms:modified xsi:type="dcterms:W3CDTF">2026-03-05T07:46:32Z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0x01010034CB4D94694C6C4497074175C0CB9EC7</vt:lpwstr>
  </property>
</Properties>
</file>